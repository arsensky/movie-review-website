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219200"/>
            <a:ext cx="7772400" cy="1470025"/>
          </a:xfrm>
        </p:spPr>
        <p:txBody>
          <a:bodyPr/>
          <a:lstStyle/>
          <a:p>
            <a:r>
              <a:rPr b="1" dirty="0" err="1"/>
              <a:t>Tasmacritic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2409107"/>
            <a:ext cx="6400800" cy="1752600"/>
          </a:xfrm>
        </p:spPr>
        <p:txBody>
          <a:bodyPr/>
          <a:lstStyle/>
          <a:p>
            <a:r>
              <a:rPr dirty="0"/>
              <a:t>Discover. Review. Explore Cinema.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CC94B03-A9A0-42F5-A55C-429D4669994E}"/>
              </a:ext>
            </a:extLst>
          </p:cNvPr>
          <p:cNvSpPr/>
          <p:nvPr/>
        </p:nvSpPr>
        <p:spPr>
          <a:xfrm>
            <a:off x="2785030" y="5121186"/>
            <a:ext cx="662194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Final project for the </a:t>
            </a:r>
            <a:r>
              <a:rPr lang="en-US" sz="2000" i="1" dirty="0"/>
              <a:t>Introduction to Web Programming </a:t>
            </a:r>
            <a:r>
              <a:rPr lang="en-US" sz="2000" dirty="0"/>
              <a:t>course</a:t>
            </a:r>
          </a:p>
          <a:p>
            <a:pPr algn="ctr"/>
            <a:r>
              <a:rPr lang="en-US" sz="2000" dirty="0"/>
              <a:t>Made by Arsen Zhursunov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85325"/>
            <a:ext cx="8229600" cy="1143000"/>
          </a:xfrm>
        </p:spPr>
        <p:txBody>
          <a:bodyPr/>
          <a:lstStyle/>
          <a:p>
            <a:r>
              <a:rPr dirty="0"/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/>
          <a:lstStyle/>
          <a:p>
            <a:r>
              <a:rPr dirty="0"/>
              <a:t>Movie fans need a clean place to browse and review films.</a:t>
            </a:r>
          </a:p>
          <a:p>
            <a:r>
              <a:rPr lang="en-US" dirty="0"/>
              <a:t>The project demonstrates practical full-stack web development concepts.</a:t>
            </a:r>
            <a:endParaRPr lang="ky-KG" dirty="0"/>
          </a:p>
          <a:p>
            <a:r>
              <a:rPr dirty="0" err="1"/>
              <a:t>Tasmacritic</a:t>
            </a:r>
            <a:r>
              <a:rPr dirty="0"/>
              <a:t> combines a polished UI with full-stack web functionality.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dirty="0"/>
              <a:t>Web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/>
          <a:lstStyle/>
          <a:p>
            <a:r>
              <a:rPr dirty="0"/>
              <a:t>Name-only entry instead of password-based login.</a:t>
            </a:r>
          </a:p>
          <a:p>
            <a:r>
              <a:rPr dirty="0"/>
              <a:t>Browse 10 default movies with local posters.</a:t>
            </a:r>
          </a:p>
          <a:p>
            <a:r>
              <a:rPr dirty="0"/>
              <a:t>Add, edit, and delete movies.</a:t>
            </a:r>
          </a:p>
          <a:p>
            <a:r>
              <a:rPr dirty="0"/>
              <a:t>Write reviews with color-coded star ratings.</a:t>
            </a:r>
          </a:p>
          <a:p>
            <a:r>
              <a:rPr dirty="0"/>
              <a:t>Add new movies using TMDB lookup or poster upload.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/>
          <a:lstStyle/>
          <a:p>
            <a:r>
              <a:rPr dirty="0"/>
              <a:t>Frontend: HTML, CSS, Bootstrap, Jinja templates.</a:t>
            </a:r>
          </a:p>
          <a:p>
            <a:r>
              <a:rPr dirty="0"/>
              <a:t>Backend: Flask application factory, forms, routes, and validation.</a:t>
            </a:r>
          </a:p>
          <a:p>
            <a:r>
              <a:rPr dirty="0"/>
              <a:t>Database: SQLite with </a:t>
            </a:r>
            <a:r>
              <a:rPr dirty="0" err="1"/>
              <a:t>SQLAlchemy</a:t>
            </a:r>
            <a:r>
              <a:rPr dirty="0"/>
              <a:t> ORM.</a:t>
            </a:r>
          </a:p>
          <a:p>
            <a:r>
              <a:rPr dirty="0"/>
              <a:t>External API: TMDB used optionally for poster lookup.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8255"/>
            <a:ext cx="8229600" cy="1143000"/>
          </a:xfrm>
        </p:spPr>
        <p:txBody>
          <a:bodyPr/>
          <a:lstStyle/>
          <a:p>
            <a:r>
              <a:rPr dirty="0"/>
              <a:t>Demo /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3383" y="1260835"/>
            <a:ext cx="9425233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Hero landing page with smooth scrolling to the catalog.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B207D5-AE8E-471A-88F8-5601D49FD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040" y="2019159"/>
            <a:ext cx="9583918" cy="45605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8255"/>
            <a:ext cx="8229600" cy="1143000"/>
          </a:xfrm>
        </p:spPr>
        <p:txBody>
          <a:bodyPr/>
          <a:lstStyle/>
          <a:p>
            <a:r>
              <a:rPr dirty="0"/>
              <a:t>Demo /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963" y="1260835"/>
            <a:ext cx="11858919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Catalog with search, genre filter, sorting, rating colors, and pagination.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F09571-5B60-4A36-B0D5-E6809E04B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691" y="1978649"/>
            <a:ext cx="9646616" cy="460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54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8255"/>
            <a:ext cx="8229600" cy="1143000"/>
          </a:xfrm>
        </p:spPr>
        <p:txBody>
          <a:bodyPr/>
          <a:lstStyle/>
          <a:p>
            <a:r>
              <a:rPr dirty="0"/>
              <a:t>Demo /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963" y="1260835"/>
            <a:ext cx="11858919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Movie detail page with review creation and delete actions.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5F0915-FB9B-48EC-BDD8-F870CA848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115" y="1989323"/>
            <a:ext cx="9646614" cy="459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746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8255"/>
            <a:ext cx="8229600" cy="1143000"/>
          </a:xfrm>
        </p:spPr>
        <p:txBody>
          <a:bodyPr/>
          <a:lstStyle/>
          <a:p>
            <a:r>
              <a:rPr dirty="0"/>
              <a:t>Demo /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963" y="1883004"/>
            <a:ext cx="11858919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Professional README and UI diagram included in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2132628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197</Words>
  <Application>Microsoft Office PowerPoint</Application>
  <PresentationFormat>Широкоэкранный</PresentationFormat>
  <Paragraphs>27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Tasmacritic</vt:lpstr>
      <vt:lpstr>Problem &amp; Motivation</vt:lpstr>
      <vt:lpstr>Web Solution</vt:lpstr>
      <vt:lpstr>System Architecture</vt:lpstr>
      <vt:lpstr>Demo / Results</vt:lpstr>
      <vt:lpstr>Demo / Results</vt:lpstr>
      <vt:lpstr>Demo / Results</vt:lpstr>
      <vt:lpstr>Demo / Results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Tasmacritic</dc:title>
  <dc:subject/>
  <dc:creator/>
  <cp:keywords/>
  <dc:description>generated using python-pptx</dc:description>
  <cp:lastModifiedBy>Arsen Zhursunov</cp:lastModifiedBy>
  <cp:revision>4</cp:revision>
  <dcterms:created xsi:type="dcterms:W3CDTF">2013-01-27T09:14:16Z</dcterms:created>
  <dcterms:modified xsi:type="dcterms:W3CDTF">2026-05-11T05:16:08Z</dcterms:modified>
  <cp:category/>
</cp:coreProperties>
</file>